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407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8289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515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8830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9095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89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178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049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06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550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44833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3158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8517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933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3486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964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2242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7117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A4731-D7DA-3A51-030D-34E17C39C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67" y="1683939"/>
            <a:ext cx="9729151" cy="30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E1B01F-578A-4973-C577-DB7E17130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0640" y="1787923"/>
            <a:ext cx="2117000" cy="1635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2FD59-3DE3-470B-A321-40B4E5F8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135" y="1787923"/>
            <a:ext cx="2326705" cy="1538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46F05-3214-4CE7-B27A-E7CAF6859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306" y="3523198"/>
            <a:ext cx="2456015" cy="1876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35F3C7-4441-2F1D-1FBA-415281C6CB9B}"/>
              </a:ext>
            </a:extLst>
          </p:cNvPr>
          <p:cNvSpPr txBox="1"/>
          <p:nvPr/>
        </p:nvSpPr>
        <p:spPr>
          <a:xfrm>
            <a:off x="1934447" y="3326153"/>
            <a:ext cx="241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If zombie is far away, prioritize to use pistol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0711B-4160-ECFE-D1B3-2CF81EA4C28B}"/>
              </a:ext>
            </a:extLst>
          </p:cNvPr>
          <p:cNvSpPr txBox="1"/>
          <p:nvPr/>
        </p:nvSpPr>
        <p:spPr>
          <a:xfrm>
            <a:off x="7510100" y="3464210"/>
            <a:ext cx="241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If zombie is close, prioritize to use shotgun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98C8C-6035-E7F1-F687-CF75D1882EB9}"/>
              </a:ext>
            </a:extLst>
          </p:cNvPr>
          <p:cNvSpPr txBox="1"/>
          <p:nvPr/>
        </p:nvSpPr>
        <p:spPr>
          <a:xfrm>
            <a:off x="4632090" y="5400096"/>
            <a:ext cx="2598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If no weapon is available, flee from the zombie</a:t>
            </a:r>
            <a:endParaRPr lang="en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08187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Each type of item gets its own slot.</a:t>
            </a:r>
            <a:endParaRPr lang="en-BE" sz="1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 0 &gt; Pistol</a:t>
            </a:r>
          </a:p>
          <a:p>
            <a:r>
              <a:rPr lang="en-GB" sz="1800" dirty="0">
                <a:solidFill>
                  <a:schemeClr val="bg1"/>
                </a:solidFill>
              </a:rPr>
              <a:t>1 &gt; Shotgun</a:t>
            </a:r>
          </a:p>
          <a:p>
            <a:r>
              <a:rPr lang="en-GB" sz="1800" dirty="0">
                <a:solidFill>
                  <a:schemeClr val="bg1"/>
                </a:solidFill>
              </a:rPr>
              <a:t>2 &gt; </a:t>
            </a:r>
            <a:r>
              <a:rPr lang="en-GB" sz="1800" dirty="0" err="1">
                <a:solidFill>
                  <a:schemeClr val="bg1"/>
                </a:solidFill>
              </a:rPr>
              <a:t>Medkit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3 &gt; Food</a:t>
            </a:r>
          </a:p>
          <a:p>
            <a:r>
              <a:rPr lang="en-GB" sz="1800" dirty="0">
                <a:solidFill>
                  <a:schemeClr val="bg1"/>
                </a:solidFill>
              </a:rPr>
              <a:t>4 &gt; Garbage</a:t>
            </a:r>
          </a:p>
          <a:p>
            <a:endParaRPr lang="en-GB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After an item has been used and it can’t be used anymore, it gets removed.</a:t>
            </a:r>
            <a:endParaRPr lang="en-BE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3 </a:t>
            </a:r>
            <a:r>
              <a:rPr lang="en-US" sz="1800" dirty="0">
                <a:solidFill>
                  <a:schemeClr val="bg1"/>
                </a:solidFill>
              </a:rPr>
              <a:t>steering behaviors used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Seek: used for visiting houses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Flee: used to run away from zombie’s and purge zone’s</a:t>
            </a:r>
          </a:p>
          <a:p>
            <a:r>
              <a:rPr lang="en-US" sz="1800" dirty="0">
                <a:solidFill>
                  <a:schemeClr val="bg1"/>
                </a:solidFill>
              </a:rPr>
              <a:t>Wander: To explore the world.</a:t>
            </a:r>
            <a:endParaRPr lang="en-BE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01C41-7FB8-29BE-CBF5-B4D5C3D06A5C}"/>
              </a:ext>
            </a:extLst>
          </p:cNvPr>
          <p:cNvSpPr txBox="1"/>
          <p:nvPr/>
        </p:nvSpPr>
        <p:spPr>
          <a:xfrm>
            <a:off x="1809098" y="1807021"/>
            <a:ext cx="359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The survivor wanders around the world.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42F84-F4C8-1C81-6AD8-CBF421A20864}"/>
              </a:ext>
            </a:extLst>
          </p:cNvPr>
          <p:cNvSpPr txBox="1"/>
          <p:nvPr/>
        </p:nvSpPr>
        <p:spPr>
          <a:xfrm>
            <a:off x="1809098" y="4552277"/>
            <a:ext cx="3598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When it sees a house, it goes visit it.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2E4E9-C227-3767-ADDC-6277741DECA2}"/>
              </a:ext>
            </a:extLst>
          </p:cNvPr>
          <p:cNvSpPr txBox="1"/>
          <p:nvPr/>
        </p:nvSpPr>
        <p:spPr>
          <a:xfrm>
            <a:off x="6703355" y="3658648"/>
            <a:ext cx="353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When visiting the house, it picks up the items that it is missing.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A8A48-D565-7A07-EB39-160D1A116169}"/>
              </a:ext>
            </a:extLst>
          </p:cNvPr>
          <p:cNvSpPr txBox="1"/>
          <p:nvPr/>
        </p:nvSpPr>
        <p:spPr>
          <a:xfrm>
            <a:off x="6703355" y="4552277"/>
            <a:ext cx="3458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After that it remembers the house it has visited and won't visit it again.</a:t>
            </a:r>
            <a:endParaRPr lang="en-BE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A49059-369F-783B-F078-9072D9A6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098" y="2692454"/>
            <a:ext cx="3598631" cy="18053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207014-842D-7E27-68E9-1B02B80B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355" y="1685010"/>
            <a:ext cx="3539148" cy="191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141</TotalTime>
  <Words>163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Yelto Devos</cp:lastModifiedBy>
  <cp:revision>4</cp:revision>
  <dcterms:created xsi:type="dcterms:W3CDTF">2021-12-17T12:45:32Z</dcterms:created>
  <dcterms:modified xsi:type="dcterms:W3CDTF">2026-06-07T15:59:36Z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